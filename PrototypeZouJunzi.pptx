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62" r:id="rId6"/>
    <p:sldId id="263" r:id="rId7"/>
    <p:sldId id="264" r:id="rId8"/>
    <p:sldId id="267" r:id="rId9"/>
    <p:sldId id="266" r:id="rId10"/>
    <p:sldId id="258" r:id="rId11"/>
    <p:sldId id="25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23C9A-27C3-2BBA-00FB-50B8AB222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895E90-F886-B02E-3E06-87BA0E701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B555E0-0C07-D2D3-1DDA-0F1BA953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7B7505-1467-4AD0-4D24-40827BA7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FD355E-B1C2-A80B-5382-B37F1A18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73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E9255-A875-A0D6-1BD6-06B20E19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7D0D02-0834-A7ED-ABF9-9F080FB37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F869D7-18F7-4DD8-224B-A57ADA63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552ECE-F2C0-0DAA-2451-E0039A944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678ABE-56BD-A00C-2F49-FD8E38DC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78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A9C6E-F825-381C-6783-65BBB5407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86F5CE-A8A7-B454-3439-9770CDA06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7C9F19-DBD5-1538-B794-E46C8E24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B1044D-22C5-F93B-A11F-5EA2E3DFF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EE2A13-19EB-1E1F-7A95-93F33F9F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486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D4271-1E8A-FA67-EB9B-0E24D01C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CA1CD6-004A-6868-C731-04748E395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FA3904-720E-5A76-DAE3-6C4C57608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10E090-3B4F-E8F1-EC4C-F20ACC27B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68B30-6237-2FFE-A04E-6D9CA9F5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E93AE8-CADC-4008-98FE-2D12C77B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011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1BE35-76D5-65F5-7942-809EEF191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8214EB-0CB5-D3B4-B5C0-110151A5C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DBA2B3-6976-6FA4-BC60-647421BDB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F14FA8-A6EE-1A8D-40F6-19B7DBF8F0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DBA875-DC25-F0D1-84FE-4AD67C312E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0A1FB4-E0A4-9EEE-657C-EFEC9AC4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BCF907-E723-F866-5EF3-4B682C0C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CF934B-EBAC-8765-EF99-358B0ADA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32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8B64FD-0A53-31E2-9543-F21EEC01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3E838-A115-3EAB-1E25-398C6A0D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33C5F1-E4B4-37A2-A07F-DF4EB7DD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9A8A06-74F4-9221-2A79-53BA538E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019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6F4707-41EE-1388-8498-584222D5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1A9932-57DA-F262-1FD7-1FAB527B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D408F-8634-4702-BC02-E92CC5AE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34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75F11-3214-D680-EE45-D6C221E9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5041D8-DAF3-CC19-C6F2-A59DE6910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4B474F-02BF-61C3-0003-22316624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62899F-B3BB-78B8-F88C-DAC0B33F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1074DD-93DB-416B-AF6B-202D637EC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0AAEE4-29BD-E0B8-1DB8-FAA5366F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27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FA53B-58A2-E762-771F-D8DE44CB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B1C75BE-1013-7884-0CFD-FA4B62454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E353E7-05AF-1282-D890-97481F704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71281E-949D-55DF-E0BE-0E3453A1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5967A8-05F2-FF71-C83E-0CF5E8B0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215265-EF68-42F3-8B8E-724B686A3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03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0D309-4CCD-A39E-3812-4A1E3EC51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E40122-7062-5B29-5FD9-3F9984E08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6445B9-C335-DEDD-F9ED-835D67594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F5FF2D-D4C1-DB6F-C4B0-468C21CD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5EED5-ADBD-4FD1-6772-8A8D1B0D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370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09770F-E67B-E112-DFE6-AA98F2D13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4FDD57-BDD1-392C-EE51-F6EDEECAD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06B6C6-4A2C-0539-4C7D-3D9451DD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9AD5DC-A196-9256-9A13-7C7DDCE5B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BB2ED8-8DA7-911E-5610-E732D51E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73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7B294F8-0AC6-375E-0E34-F5B830F9F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A93AEC-5A80-6470-8188-490DACC8E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8CC292-A3FC-C880-981E-5702CEA77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C57CB-6A55-41B9-B20F-47892F1EFFA5}" type="datetimeFigureOut">
              <a:rPr lang="zh-CN" altLang="en-US" smtClean="0"/>
              <a:t>2026/3/22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45D265-28C0-2676-1B97-3D7E53553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C1FFC4-D9DE-ED2F-E981-E94C4AF0A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46984-948D-47CD-A0A0-80D376266B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71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B51295E-554C-1918-7F7F-23899A856B90}"/>
              </a:ext>
            </a:extLst>
          </p:cNvPr>
          <p:cNvSpPr/>
          <p:nvPr/>
        </p:nvSpPr>
        <p:spPr>
          <a:xfrm>
            <a:off x="1742531" y="845572"/>
            <a:ext cx="81387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 RECRUITMENT SYSTEM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CC58B8F-FA79-8412-43A4-7D7162010E76}"/>
              </a:ext>
            </a:extLst>
          </p:cNvPr>
          <p:cNvSpPr/>
          <p:nvPr/>
        </p:nvSpPr>
        <p:spPr>
          <a:xfrm>
            <a:off x="2006353" y="2627790"/>
            <a:ext cx="301841" cy="301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76CE558-636E-BFA1-7330-498E091B3DCF}"/>
              </a:ext>
            </a:extLst>
          </p:cNvPr>
          <p:cNvSpPr/>
          <p:nvPr/>
        </p:nvSpPr>
        <p:spPr>
          <a:xfrm>
            <a:off x="2015230" y="3127159"/>
            <a:ext cx="301841" cy="301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6C73A37-0EC6-C8B4-147D-7222C554C8D9}"/>
              </a:ext>
            </a:extLst>
          </p:cNvPr>
          <p:cNvSpPr/>
          <p:nvPr/>
        </p:nvSpPr>
        <p:spPr>
          <a:xfrm>
            <a:off x="2015230" y="3637598"/>
            <a:ext cx="301841" cy="301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97BF68-90DC-4A39-A56A-0A20A19451C7}"/>
              </a:ext>
            </a:extLst>
          </p:cNvPr>
          <p:cNvSpPr/>
          <p:nvPr/>
        </p:nvSpPr>
        <p:spPr>
          <a:xfrm>
            <a:off x="1908699" y="2594044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 Applicant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5FFEF0-1B37-90B5-2C50-E4100B4DE647}"/>
              </a:ext>
            </a:extLst>
          </p:cNvPr>
          <p:cNvSpPr/>
          <p:nvPr/>
        </p:nvSpPr>
        <p:spPr>
          <a:xfrm>
            <a:off x="1908699" y="3082075"/>
            <a:ext cx="338239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Module Organizer (MO)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32A2FA-B43C-F631-0686-2FC15E14D773}"/>
              </a:ext>
            </a:extLst>
          </p:cNvPr>
          <p:cNvSpPr/>
          <p:nvPr/>
        </p:nvSpPr>
        <p:spPr>
          <a:xfrm>
            <a:off x="2006353" y="3603852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 Admin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EA5CE8-FA57-B23C-B8CC-DE83F3260838}"/>
              </a:ext>
            </a:extLst>
          </p:cNvPr>
          <p:cNvSpPr/>
          <p:nvPr/>
        </p:nvSpPr>
        <p:spPr>
          <a:xfrm>
            <a:off x="5425736" y="2560299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Account ID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8A4EF3-EFA1-B761-F213-EE4270A9796C}"/>
              </a:ext>
            </a:extLst>
          </p:cNvPr>
          <p:cNvSpPr/>
          <p:nvPr/>
        </p:nvSpPr>
        <p:spPr>
          <a:xfrm>
            <a:off x="6033856" y="2963376"/>
            <a:ext cx="274615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9419B11-92F5-6373-CFFE-AD1D24CAD15E}"/>
              </a:ext>
            </a:extLst>
          </p:cNvPr>
          <p:cNvSpPr/>
          <p:nvPr/>
        </p:nvSpPr>
        <p:spPr>
          <a:xfrm>
            <a:off x="5396142" y="3452932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Password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7E5B9C-E1BA-A4DD-802F-6368F0CD59A7}"/>
              </a:ext>
            </a:extLst>
          </p:cNvPr>
          <p:cNvSpPr/>
          <p:nvPr/>
        </p:nvSpPr>
        <p:spPr>
          <a:xfrm>
            <a:off x="6033855" y="3939439"/>
            <a:ext cx="274615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9772E1-13BB-70DC-8E44-FD558D693E80}"/>
              </a:ext>
            </a:extLst>
          </p:cNvPr>
          <p:cNvSpPr/>
          <p:nvPr/>
        </p:nvSpPr>
        <p:spPr>
          <a:xfrm>
            <a:off x="6033855" y="4640294"/>
            <a:ext cx="1316856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AD1D91-66E3-966D-E948-BD47CAE457E3}"/>
              </a:ext>
            </a:extLst>
          </p:cNvPr>
          <p:cNvSpPr/>
          <p:nvPr/>
        </p:nvSpPr>
        <p:spPr>
          <a:xfrm>
            <a:off x="5547063" y="4643850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CBD1C4-3454-147C-210F-9C27D90BFA6B}"/>
              </a:ext>
            </a:extLst>
          </p:cNvPr>
          <p:cNvSpPr/>
          <p:nvPr/>
        </p:nvSpPr>
        <p:spPr>
          <a:xfrm>
            <a:off x="5587753" y="5321628"/>
            <a:ext cx="425684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Forgot Password? Contact Admin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0979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22DD9-81FB-81EE-4B3C-1A159BA9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49908E5-A4A9-547E-057D-85DE6ABF7EB6}"/>
              </a:ext>
            </a:extLst>
          </p:cNvPr>
          <p:cNvSpPr/>
          <p:nvPr/>
        </p:nvSpPr>
        <p:spPr>
          <a:xfrm>
            <a:off x="3452935" y="845572"/>
            <a:ext cx="47179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 Registration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709F11-3309-7EC8-D71A-3EBC30ACC2C7}"/>
              </a:ext>
            </a:extLst>
          </p:cNvPr>
          <p:cNvSpPr/>
          <p:nvPr/>
        </p:nvSpPr>
        <p:spPr>
          <a:xfrm>
            <a:off x="995779" y="2716541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Full Name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87BD03-A212-F7F6-693B-FB0F64FFD8A6}"/>
              </a:ext>
            </a:extLst>
          </p:cNvPr>
          <p:cNvSpPr/>
          <p:nvPr/>
        </p:nvSpPr>
        <p:spPr>
          <a:xfrm>
            <a:off x="3065755" y="2716541"/>
            <a:ext cx="274615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9734C87-6C68-D28A-AB59-F7F92AC59DB2}"/>
              </a:ext>
            </a:extLst>
          </p:cNvPr>
          <p:cNvSpPr/>
          <p:nvPr/>
        </p:nvSpPr>
        <p:spPr>
          <a:xfrm>
            <a:off x="641407" y="3434781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D11843-721E-2904-68C2-0DE0FB96E0F9}"/>
              </a:ext>
            </a:extLst>
          </p:cNvPr>
          <p:cNvSpPr/>
          <p:nvPr/>
        </p:nvSpPr>
        <p:spPr>
          <a:xfrm>
            <a:off x="3065754" y="3461384"/>
            <a:ext cx="274615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996926-5700-2EDB-9EB3-808CE5AE59AA}"/>
              </a:ext>
            </a:extLst>
          </p:cNvPr>
          <p:cNvSpPr/>
          <p:nvPr/>
        </p:nvSpPr>
        <p:spPr>
          <a:xfrm>
            <a:off x="1549151" y="5211991"/>
            <a:ext cx="2499065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463FB3-DE22-E1E0-265F-C6DF3A42199D}"/>
              </a:ext>
            </a:extLst>
          </p:cNvPr>
          <p:cNvSpPr/>
          <p:nvPr/>
        </p:nvSpPr>
        <p:spPr>
          <a:xfrm>
            <a:off x="129462" y="5221667"/>
            <a:ext cx="46104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Create Account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D0B49B-1D0E-338F-EE43-EA90BD3BBEC1}"/>
              </a:ext>
            </a:extLst>
          </p:cNvPr>
          <p:cNvSpPr/>
          <p:nvPr/>
        </p:nvSpPr>
        <p:spPr>
          <a:xfrm>
            <a:off x="795285" y="4261153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Major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B93DB2-089A-F03F-E686-C2AC45690C5A}"/>
              </a:ext>
            </a:extLst>
          </p:cNvPr>
          <p:cNvSpPr/>
          <p:nvPr/>
        </p:nvSpPr>
        <p:spPr>
          <a:xfrm>
            <a:off x="3065754" y="4242579"/>
            <a:ext cx="274615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CB0D1C-882F-9EAB-363D-C53D36E59E46}"/>
              </a:ext>
            </a:extLst>
          </p:cNvPr>
          <p:cNvSpPr/>
          <p:nvPr/>
        </p:nvSpPr>
        <p:spPr>
          <a:xfrm>
            <a:off x="9389614" y="1216669"/>
            <a:ext cx="1734105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25F37A-F188-C9E0-0876-B9674E66B3F1}"/>
              </a:ext>
            </a:extLst>
          </p:cNvPr>
          <p:cNvSpPr/>
          <p:nvPr/>
        </p:nvSpPr>
        <p:spPr>
          <a:xfrm>
            <a:off x="8014312" y="1223781"/>
            <a:ext cx="46104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Back to Login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8107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38C38-F077-4E02-F8EE-2A5B7126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2013808-2990-8D47-4D57-3196E21AE5FC}"/>
              </a:ext>
            </a:extLst>
          </p:cNvPr>
          <p:cNvSpPr/>
          <p:nvPr/>
        </p:nvSpPr>
        <p:spPr>
          <a:xfrm>
            <a:off x="3628463" y="845572"/>
            <a:ext cx="43669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Edit TA Profile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E5F3E1-02E3-2AB2-012F-63373EC03C8C}"/>
              </a:ext>
            </a:extLst>
          </p:cNvPr>
          <p:cNvSpPr/>
          <p:nvPr/>
        </p:nvSpPr>
        <p:spPr>
          <a:xfrm>
            <a:off x="995779" y="2716541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Full Name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B8FB44-8344-57DC-AFCE-23D7A42770B8}"/>
              </a:ext>
            </a:extLst>
          </p:cNvPr>
          <p:cNvSpPr/>
          <p:nvPr/>
        </p:nvSpPr>
        <p:spPr>
          <a:xfrm>
            <a:off x="3065755" y="2716541"/>
            <a:ext cx="274615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E7E339-D794-9623-FEA9-1E0544F266AD}"/>
              </a:ext>
            </a:extLst>
          </p:cNvPr>
          <p:cNvSpPr/>
          <p:nvPr/>
        </p:nvSpPr>
        <p:spPr>
          <a:xfrm>
            <a:off x="641407" y="3434781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05D073-38EA-F209-84C4-1B7E363E0C5D}"/>
              </a:ext>
            </a:extLst>
          </p:cNvPr>
          <p:cNvSpPr/>
          <p:nvPr/>
        </p:nvSpPr>
        <p:spPr>
          <a:xfrm>
            <a:off x="3065754" y="3461384"/>
            <a:ext cx="274615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42E432-1868-18C5-2A96-73741C87162B}"/>
              </a:ext>
            </a:extLst>
          </p:cNvPr>
          <p:cNvSpPr/>
          <p:nvPr/>
        </p:nvSpPr>
        <p:spPr>
          <a:xfrm>
            <a:off x="6548765" y="2061145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Upload CV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AB2289-4DEB-0AC1-0EDF-59655379472F}"/>
              </a:ext>
            </a:extLst>
          </p:cNvPr>
          <p:cNvSpPr/>
          <p:nvPr/>
        </p:nvSpPr>
        <p:spPr>
          <a:xfrm>
            <a:off x="3065754" y="4248651"/>
            <a:ext cx="274615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744C2B-FDC5-BDFD-818E-80823DAD66B3}"/>
              </a:ext>
            </a:extLst>
          </p:cNvPr>
          <p:cNvSpPr/>
          <p:nvPr/>
        </p:nvSpPr>
        <p:spPr>
          <a:xfrm>
            <a:off x="9389614" y="1216669"/>
            <a:ext cx="1734105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01F2140-A66F-C0AF-E207-9EA01AA8B6C1}"/>
              </a:ext>
            </a:extLst>
          </p:cNvPr>
          <p:cNvSpPr/>
          <p:nvPr/>
        </p:nvSpPr>
        <p:spPr>
          <a:xfrm>
            <a:off x="8014312" y="1223781"/>
            <a:ext cx="46104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Back to Login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DA0423-B160-7420-FBA1-5F9F134F0CC7}"/>
              </a:ext>
            </a:extLst>
          </p:cNvPr>
          <p:cNvSpPr/>
          <p:nvPr/>
        </p:nvSpPr>
        <p:spPr>
          <a:xfrm>
            <a:off x="775314" y="4282482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Skills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06840C-3941-1039-F738-97F5D11D836F}"/>
              </a:ext>
            </a:extLst>
          </p:cNvPr>
          <p:cNvSpPr/>
          <p:nvPr/>
        </p:nvSpPr>
        <p:spPr>
          <a:xfrm>
            <a:off x="7030373" y="2716541"/>
            <a:ext cx="2746159" cy="2845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A5CF0E-155E-D522-5319-F23586C23324}"/>
              </a:ext>
            </a:extLst>
          </p:cNvPr>
          <p:cNvSpPr/>
          <p:nvPr/>
        </p:nvSpPr>
        <p:spPr>
          <a:xfrm>
            <a:off x="4030465" y="6149952"/>
            <a:ext cx="2746159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063EDB-E973-6CDE-926A-E2787E88864D}"/>
              </a:ext>
            </a:extLst>
          </p:cNvPr>
          <p:cNvSpPr/>
          <p:nvPr/>
        </p:nvSpPr>
        <p:spPr>
          <a:xfrm>
            <a:off x="4258325" y="6149952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Save changes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95575B-E950-39D1-B9B0-F6720DF4B52B}"/>
              </a:ext>
            </a:extLst>
          </p:cNvPr>
          <p:cNvSpPr/>
          <p:nvPr/>
        </p:nvSpPr>
        <p:spPr>
          <a:xfrm>
            <a:off x="6942710" y="5848354"/>
            <a:ext cx="37929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Supported formats: txt/csv/</a:t>
            </a:r>
            <a:r>
              <a:rPr lang="en-US" altLang="zh-CN" dirty="0" err="1"/>
              <a:t>json</a:t>
            </a:r>
            <a:r>
              <a:rPr lang="en-US" altLang="zh-CN" dirty="0"/>
              <a:t>/xml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848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608DD-A5CC-75CD-1E33-A1C7CB526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8C08718-37F8-AC0E-6AE7-356638C1FD35}"/>
              </a:ext>
            </a:extLst>
          </p:cNvPr>
          <p:cNvSpPr/>
          <p:nvPr/>
        </p:nvSpPr>
        <p:spPr>
          <a:xfrm>
            <a:off x="3501025" y="845572"/>
            <a:ext cx="46217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/>
              <a:t>TA Dashboard 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449267-F250-4E17-9FDB-4CABC98B6290}"/>
              </a:ext>
            </a:extLst>
          </p:cNvPr>
          <p:cNvSpPr/>
          <p:nvPr/>
        </p:nvSpPr>
        <p:spPr>
          <a:xfrm>
            <a:off x="9371859" y="1119015"/>
            <a:ext cx="1316856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2954F6-2BF2-F22F-60B2-7CD31F0456EA}"/>
              </a:ext>
            </a:extLst>
          </p:cNvPr>
          <p:cNvSpPr/>
          <p:nvPr/>
        </p:nvSpPr>
        <p:spPr>
          <a:xfrm>
            <a:off x="8885067" y="1126127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LOGOUT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44335D-48AD-D161-F1EF-D48CB58EB58C}"/>
              </a:ext>
            </a:extLst>
          </p:cNvPr>
          <p:cNvSpPr/>
          <p:nvPr/>
        </p:nvSpPr>
        <p:spPr>
          <a:xfrm>
            <a:off x="1774052" y="2354491"/>
            <a:ext cx="3241831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7C0E09-9067-CE37-F8C0-A18284ACF91E}"/>
              </a:ext>
            </a:extLst>
          </p:cNvPr>
          <p:cNvSpPr/>
          <p:nvPr/>
        </p:nvSpPr>
        <p:spPr>
          <a:xfrm>
            <a:off x="1970100" y="2354491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Available Positions 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D2CDA2-D648-EB99-CBAB-8311960F35C2}"/>
              </a:ext>
            </a:extLst>
          </p:cNvPr>
          <p:cNvSpPr/>
          <p:nvPr/>
        </p:nvSpPr>
        <p:spPr>
          <a:xfrm>
            <a:off x="1774051" y="3316524"/>
            <a:ext cx="3241832" cy="2063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C6EFAA-6C15-5DD1-0C16-03A2261EB6FE}"/>
              </a:ext>
            </a:extLst>
          </p:cNvPr>
          <p:cNvSpPr/>
          <p:nvPr/>
        </p:nvSpPr>
        <p:spPr>
          <a:xfrm>
            <a:off x="1872446" y="3948279"/>
            <a:ext cx="28238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Software Engineering</a:t>
            </a:r>
          </a:p>
          <a:p>
            <a:pPr algn="ctr"/>
            <a:r>
              <a:rPr lang="en-US" altLang="zh-CN" dirty="0"/>
              <a:t>Deadline: 2026-04-15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37F60F-E426-A715-7046-F0F7235C1618}"/>
              </a:ext>
            </a:extLst>
          </p:cNvPr>
          <p:cNvSpPr/>
          <p:nvPr/>
        </p:nvSpPr>
        <p:spPr>
          <a:xfrm>
            <a:off x="5758649" y="3316524"/>
            <a:ext cx="3241832" cy="2063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359DFE-D916-2D27-34A4-5D7532DF56E9}"/>
              </a:ext>
            </a:extLst>
          </p:cNvPr>
          <p:cNvSpPr/>
          <p:nvPr/>
        </p:nvSpPr>
        <p:spPr>
          <a:xfrm>
            <a:off x="5967644" y="3948279"/>
            <a:ext cx="28238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Data Science</a:t>
            </a:r>
          </a:p>
          <a:p>
            <a:pPr algn="ctr"/>
            <a:r>
              <a:rPr lang="en-US" altLang="zh-CN" dirty="0"/>
              <a:t>Deadline: 2026-04-15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418F71-4755-9946-F815-9AC337D74717}"/>
              </a:ext>
            </a:extLst>
          </p:cNvPr>
          <p:cNvSpPr/>
          <p:nvPr/>
        </p:nvSpPr>
        <p:spPr>
          <a:xfrm>
            <a:off x="1774051" y="5596125"/>
            <a:ext cx="324183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E9D0E9-143C-66EB-6D10-7C5629324C54}"/>
              </a:ext>
            </a:extLst>
          </p:cNvPr>
          <p:cNvSpPr/>
          <p:nvPr/>
        </p:nvSpPr>
        <p:spPr>
          <a:xfrm>
            <a:off x="5758649" y="5642291"/>
            <a:ext cx="324183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6358691-A1DD-CC1D-FC8F-F52607D39326}"/>
              </a:ext>
            </a:extLst>
          </p:cNvPr>
          <p:cNvSpPr/>
          <p:nvPr/>
        </p:nvSpPr>
        <p:spPr>
          <a:xfrm>
            <a:off x="1970100" y="5587831"/>
            <a:ext cx="282384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Apply Now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0897419-0034-0250-FDA2-247D5C934D1C}"/>
              </a:ext>
            </a:extLst>
          </p:cNvPr>
          <p:cNvSpPr/>
          <p:nvPr/>
        </p:nvSpPr>
        <p:spPr>
          <a:xfrm>
            <a:off x="6061225" y="5653180"/>
            <a:ext cx="282384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Apply Now</a:t>
            </a:r>
          </a:p>
        </p:txBody>
      </p:sp>
    </p:spTree>
    <p:extLst>
      <p:ext uri="{BB962C8B-B14F-4D97-AF65-F5344CB8AC3E}">
        <p14:creationId xmlns:p14="http://schemas.microsoft.com/office/powerpoint/2010/main" val="3803186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E978-B498-458D-CD3D-D1DC7F4D4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6C05DB2-9DDE-6FDA-117C-38ABB3FD104F}"/>
              </a:ext>
            </a:extLst>
          </p:cNvPr>
          <p:cNvSpPr/>
          <p:nvPr/>
        </p:nvSpPr>
        <p:spPr>
          <a:xfrm>
            <a:off x="2960812" y="845572"/>
            <a:ext cx="57022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/>
              <a:t>Available Positions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CDAC6C-823B-4FFB-07E8-10FDA13EE3D9}"/>
              </a:ext>
            </a:extLst>
          </p:cNvPr>
          <p:cNvSpPr/>
          <p:nvPr/>
        </p:nvSpPr>
        <p:spPr>
          <a:xfrm>
            <a:off x="1312412" y="2046535"/>
            <a:ext cx="312642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Search by Course Name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7C16E3-04FB-DA5C-72FE-AAB34138902F}"/>
              </a:ext>
            </a:extLst>
          </p:cNvPr>
          <p:cNvSpPr/>
          <p:nvPr/>
        </p:nvSpPr>
        <p:spPr>
          <a:xfrm>
            <a:off x="4249004" y="2080855"/>
            <a:ext cx="395648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F61A11-3E61-D590-407B-1642A6EB0B2C}"/>
              </a:ext>
            </a:extLst>
          </p:cNvPr>
          <p:cNvSpPr/>
          <p:nvPr/>
        </p:nvSpPr>
        <p:spPr>
          <a:xfrm>
            <a:off x="9389614" y="1216669"/>
            <a:ext cx="1734105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2F5348-C156-8D98-4FEF-E393101846F9}"/>
              </a:ext>
            </a:extLst>
          </p:cNvPr>
          <p:cNvSpPr/>
          <p:nvPr/>
        </p:nvSpPr>
        <p:spPr>
          <a:xfrm>
            <a:off x="8014312" y="1223781"/>
            <a:ext cx="46104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Logout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51406A-0AE4-69CE-06D0-728CEC9CF407}"/>
              </a:ext>
            </a:extLst>
          </p:cNvPr>
          <p:cNvSpPr/>
          <p:nvPr/>
        </p:nvSpPr>
        <p:spPr>
          <a:xfrm>
            <a:off x="10509683" y="3939020"/>
            <a:ext cx="1656664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9B2909-FAAE-CE8F-5284-650C3BC9D243}"/>
              </a:ext>
            </a:extLst>
          </p:cNvPr>
          <p:cNvSpPr/>
          <p:nvPr/>
        </p:nvSpPr>
        <p:spPr>
          <a:xfrm>
            <a:off x="9993538" y="3947897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View Details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8E21103-6CEA-C681-26A7-72B00A708B8E}"/>
              </a:ext>
            </a:extLst>
          </p:cNvPr>
          <p:cNvSpPr/>
          <p:nvPr/>
        </p:nvSpPr>
        <p:spPr>
          <a:xfrm>
            <a:off x="1682317" y="3059668"/>
            <a:ext cx="8713433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E4D111-C300-9703-56C4-683E8A3FBB75}"/>
              </a:ext>
            </a:extLst>
          </p:cNvPr>
          <p:cNvSpPr/>
          <p:nvPr/>
        </p:nvSpPr>
        <p:spPr>
          <a:xfrm>
            <a:off x="738410" y="3059668"/>
            <a:ext cx="408651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Course Name                 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456D714-E218-4D20-5740-2182FC0D6D4E}"/>
              </a:ext>
            </a:extLst>
          </p:cNvPr>
          <p:cNvSpPr/>
          <p:nvPr/>
        </p:nvSpPr>
        <p:spPr>
          <a:xfrm>
            <a:off x="2144996" y="3050791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Requirements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7FD9122-83C3-A72E-76E7-630344831A05}"/>
              </a:ext>
            </a:extLst>
          </p:cNvPr>
          <p:cNvSpPr/>
          <p:nvPr/>
        </p:nvSpPr>
        <p:spPr>
          <a:xfrm>
            <a:off x="4732778" y="3041914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Deadline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7E8BB92-7FD0-6A8A-DFA7-2B7C8E98F196}"/>
              </a:ext>
            </a:extLst>
          </p:cNvPr>
          <p:cNvSpPr/>
          <p:nvPr/>
        </p:nvSpPr>
        <p:spPr>
          <a:xfrm>
            <a:off x="1682316" y="3956774"/>
            <a:ext cx="8709735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10AC7B7-3D11-90E2-74CB-F37C78DBB438}"/>
              </a:ext>
            </a:extLst>
          </p:cNvPr>
          <p:cNvSpPr/>
          <p:nvPr/>
        </p:nvSpPr>
        <p:spPr>
          <a:xfrm>
            <a:off x="-248577" y="3888135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Software Engineering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3857FE-F124-6A27-97BA-36654DFB47D2}"/>
              </a:ext>
            </a:extLst>
          </p:cNvPr>
          <p:cNvSpPr/>
          <p:nvPr/>
        </p:nvSpPr>
        <p:spPr>
          <a:xfrm>
            <a:off x="2373299" y="3939020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Python, Git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4B8F43-A7AA-9B29-9099-10A38CFF0BE7}"/>
              </a:ext>
            </a:extLst>
          </p:cNvPr>
          <p:cNvSpPr/>
          <p:nvPr/>
        </p:nvSpPr>
        <p:spPr>
          <a:xfrm>
            <a:off x="4984067" y="3939020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2026-04-15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59756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C2BD8-28FF-4243-4BB6-CD1FEED7D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5326235-19CE-3F69-E70F-17B1325A31B5}"/>
              </a:ext>
            </a:extLst>
          </p:cNvPr>
          <p:cNvSpPr/>
          <p:nvPr/>
        </p:nvSpPr>
        <p:spPr>
          <a:xfrm>
            <a:off x="3444118" y="845572"/>
            <a:ext cx="47355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/>
              <a:t>Position Details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202A1B-9778-686A-FB30-50AD2BCC3D50}"/>
              </a:ext>
            </a:extLst>
          </p:cNvPr>
          <p:cNvSpPr/>
          <p:nvPr/>
        </p:nvSpPr>
        <p:spPr>
          <a:xfrm>
            <a:off x="1567669" y="3014967"/>
            <a:ext cx="172779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B1C8247-C7B8-4FF5-DCC7-1C447F10197D}"/>
              </a:ext>
            </a:extLst>
          </p:cNvPr>
          <p:cNvSpPr/>
          <p:nvPr/>
        </p:nvSpPr>
        <p:spPr>
          <a:xfrm>
            <a:off x="9389614" y="1216669"/>
            <a:ext cx="1734105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364505-3119-6041-07D5-2ACDFDCF2235}"/>
              </a:ext>
            </a:extLst>
          </p:cNvPr>
          <p:cNvSpPr/>
          <p:nvPr/>
        </p:nvSpPr>
        <p:spPr>
          <a:xfrm>
            <a:off x="7951430" y="1222925"/>
            <a:ext cx="46104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Back to List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C3AB61-07A0-47A4-4DA9-47034E258D72}"/>
              </a:ext>
            </a:extLst>
          </p:cNvPr>
          <p:cNvSpPr/>
          <p:nvPr/>
        </p:nvSpPr>
        <p:spPr>
          <a:xfrm>
            <a:off x="330041" y="2967335"/>
            <a:ext cx="408651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Course Name                 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974483-8B15-272C-0CEA-36FBA74CE333}"/>
              </a:ext>
            </a:extLst>
          </p:cNvPr>
          <p:cNvSpPr/>
          <p:nvPr/>
        </p:nvSpPr>
        <p:spPr>
          <a:xfrm>
            <a:off x="1567669" y="3792792"/>
            <a:ext cx="172779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1F71F5-18F0-5939-C872-49BF71FF5CF9}"/>
              </a:ext>
            </a:extLst>
          </p:cNvPr>
          <p:cNvSpPr/>
          <p:nvPr/>
        </p:nvSpPr>
        <p:spPr>
          <a:xfrm>
            <a:off x="1567669" y="4543660"/>
            <a:ext cx="172779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7EA3B3E-80D4-1FB2-685F-454441D047E5}"/>
              </a:ext>
            </a:extLst>
          </p:cNvPr>
          <p:cNvSpPr/>
          <p:nvPr/>
        </p:nvSpPr>
        <p:spPr>
          <a:xfrm>
            <a:off x="-598680" y="4528442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Job Description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8E4F77-C94A-9F02-8903-7B0F3B8BBEDD}"/>
              </a:ext>
            </a:extLst>
          </p:cNvPr>
          <p:cNvSpPr/>
          <p:nvPr/>
        </p:nvSpPr>
        <p:spPr>
          <a:xfrm>
            <a:off x="4217062" y="3014967"/>
            <a:ext cx="218373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93288E1-5FED-30D9-CBEE-757714E35CC1}"/>
              </a:ext>
            </a:extLst>
          </p:cNvPr>
          <p:cNvSpPr/>
          <p:nvPr/>
        </p:nvSpPr>
        <p:spPr>
          <a:xfrm>
            <a:off x="2232072" y="3028802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Software Engineering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97AA7D-DD9D-16D5-5C07-A7F719F15A1F}"/>
              </a:ext>
            </a:extLst>
          </p:cNvPr>
          <p:cNvSpPr/>
          <p:nvPr/>
        </p:nvSpPr>
        <p:spPr>
          <a:xfrm>
            <a:off x="4217062" y="3791285"/>
            <a:ext cx="172779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0FF8CF-65C2-AFD9-0AAB-2D5211D5AEE6}"/>
              </a:ext>
            </a:extLst>
          </p:cNvPr>
          <p:cNvSpPr txBox="1"/>
          <p:nvPr/>
        </p:nvSpPr>
        <p:spPr>
          <a:xfrm>
            <a:off x="1567669" y="3806503"/>
            <a:ext cx="6283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Responsible MO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9EA5B47-6A05-A7D2-1FD2-5534E96A6E3F}"/>
              </a:ext>
            </a:extLst>
          </p:cNvPr>
          <p:cNvSpPr/>
          <p:nvPr/>
        </p:nvSpPr>
        <p:spPr>
          <a:xfrm>
            <a:off x="1759799" y="3794239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Dr. Smith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4937E5-B042-156C-D54A-7A80AB1A46B6}"/>
              </a:ext>
            </a:extLst>
          </p:cNvPr>
          <p:cNvSpPr/>
          <p:nvPr/>
        </p:nvSpPr>
        <p:spPr>
          <a:xfrm>
            <a:off x="4217061" y="4579107"/>
            <a:ext cx="382610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8D1F93-A914-D0B4-44F0-8BE00761301F}"/>
              </a:ext>
            </a:extLst>
          </p:cNvPr>
          <p:cNvSpPr/>
          <p:nvPr/>
        </p:nvSpPr>
        <p:spPr>
          <a:xfrm>
            <a:off x="3065755" y="4588697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Assist in tutorials, grade assignments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17610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4997-9661-02D5-F15D-7D2B8933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461552B-118B-7C44-D746-FE8D9B5D93AA}"/>
              </a:ext>
            </a:extLst>
          </p:cNvPr>
          <p:cNvSpPr/>
          <p:nvPr/>
        </p:nvSpPr>
        <p:spPr>
          <a:xfrm>
            <a:off x="2411784" y="845572"/>
            <a:ext cx="68002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/>
              <a:t>Application Submitted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927311-B4B4-396A-B6AF-8F5CCFE534D7}"/>
              </a:ext>
            </a:extLst>
          </p:cNvPr>
          <p:cNvSpPr/>
          <p:nvPr/>
        </p:nvSpPr>
        <p:spPr>
          <a:xfrm>
            <a:off x="9389614" y="1216669"/>
            <a:ext cx="1734105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931A3AD-2250-2480-A2E4-E970D45BCBC7}"/>
              </a:ext>
            </a:extLst>
          </p:cNvPr>
          <p:cNvSpPr/>
          <p:nvPr/>
        </p:nvSpPr>
        <p:spPr>
          <a:xfrm>
            <a:off x="7951430" y="1222925"/>
            <a:ext cx="46104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Back to List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8A045D-5757-8232-C382-5A0FB81235E7}"/>
              </a:ext>
            </a:extLst>
          </p:cNvPr>
          <p:cNvSpPr/>
          <p:nvPr/>
        </p:nvSpPr>
        <p:spPr>
          <a:xfrm>
            <a:off x="4464552" y="5106483"/>
            <a:ext cx="2548808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22EEAE7-BC49-617C-EB6C-007D81E806EB}"/>
              </a:ext>
            </a:extLst>
          </p:cNvPr>
          <p:cNvSpPr/>
          <p:nvPr/>
        </p:nvSpPr>
        <p:spPr>
          <a:xfrm>
            <a:off x="2781669" y="5106483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Back to Position List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3A5EBE-1FE5-C819-DC11-03877B4503EA}"/>
              </a:ext>
            </a:extLst>
          </p:cNvPr>
          <p:cNvSpPr/>
          <p:nvPr/>
        </p:nvSpPr>
        <p:spPr>
          <a:xfrm>
            <a:off x="909622" y="2610706"/>
            <a:ext cx="106923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Application Submitted Successfully!</a:t>
            </a:r>
            <a:endParaRPr lang="zh-CN" alt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9403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C609-10D4-2096-2F0C-05E045FA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03E9EA1-8CAC-5022-C8F2-B6CD9D998366}"/>
              </a:ext>
            </a:extLst>
          </p:cNvPr>
          <p:cNvSpPr/>
          <p:nvPr/>
        </p:nvSpPr>
        <p:spPr>
          <a:xfrm>
            <a:off x="1263195" y="852230"/>
            <a:ext cx="78630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/>
              <a:t>MO Publish Position Page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8264E8-38F4-5D3D-06B4-73DDE5B10F9E}"/>
              </a:ext>
            </a:extLst>
          </p:cNvPr>
          <p:cNvSpPr/>
          <p:nvPr/>
        </p:nvSpPr>
        <p:spPr>
          <a:xfrm>
            <a:off x="1567669" y="3023843"/>
            <a:ext cx="172779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108B8E-DF57-F822-8AA9-7ED76443922E}"/>
              </a:ext>
            </a:extLst>
          </p:cNvPr>
          <p:cNvSpPr/>
          <p:nvPr/>
        </p:nvSpPr>
        <p:spPr>
          <a:xfrm>
            <a:off x="9389614" y="1216669"/>
            <a:ext cx="1734105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95D9A4-61EB-24C8-ECB6-4C63DCEF2762}"/>
              </a:ext>
            </a:extLst>
          </p:cNvPr>
          <p:cNvSpPr/>
          <p:nvPr/>
        </p:nvSpPr>
        <p:spPr>
          <a:xfrm>
            <a:off x="7951430" y="1222925"/>
            <a:ext cx="46104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LOGOUT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4C2564-00F7-7BD4-3FCC-65E073660375}"/>
              </a:ext>
            </a:extLst>
          </p:cNvPr>
          <p:cNvSpPr/>
          <p:nvPr/>
        </p:nvSpPr>
        <p:spPr>
          <a:xfrm>
            <a:off x="330041" y="2967335"/>
            <a:ext cx="408651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Course Name                 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DECE23-EF82-CC42-9992-26AD974DBB48}"/>
              </a:ext>
            </a:extLst>
          </p:cNvPr>
          <p:cNvSpPr/>
          <p:nvPr/>
        </p:nvSpPr>
        <p:spPr>
          <a:xfrm>
            <a:off x="1567669" y="3801668"/>
            <a:ext cx="172779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AB6FAD-2793-7C5D-72F9-29014AF9AC3E}"/>
              </a:ext>
            </a:extLst>
          </p:cNvPr>
          <p:cNvSpPr/>
          <p:nvPr/>
        </p:nvSpPr>
        <p:spPr>
          <a:xfrm>
            <a:off x="1567669" y="4552536"/>
            <a:ext cx="172779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85D2BA3-6233-40F8-0552-B588A033EF30}"/>
              </a:ext>
            </a:extLst>
          </p:cNvPr>
          <p:cNvSpPr/>
          <p:nvPr/>
        </p:nvSpPr>
        <p:spPr>
          <a:xfrm>
            <a:off x="-598680" y="4528442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Job Description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DB0AE3-7DCF-7E57-F8A5-FB73215C21A8}"/>
              </a:ext>
            </a:extLst>
          </p:cNvPr>
          <p:cNvSpPr/>
          <p:nvPr/>
        </p:nvSpPr>
        <p:spPr>
          <a:xfrm>
            <a:off x="2601157" y="6253873"/>
            <a:ext cx="2860653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0AE032-B624-4ADB-E894-62A33449D0BC}"/>
              </a:ext>
            </a:extLst>
          </p:cNvPr>
          <p:cNvSpPr/>
          <p:nvPr/>
        </p:nvSpPr>
        <p:spPr>
          <a:xfrm>
            <a:off x="934751" y="6257625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Publish New TA Position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8B3341-43FC-05FF-09D5-1FBD5D0F4E71}"/>
              </a:ext>
            </a:extLst>
          </p:cNvPr>
          <p:cNvSpPr/>
          <p:nvPr/>
        </p:nvSpPr>
        <p:spPr>
          <a:xfrm>
            <a:off x="6279107" y="6261377"/>
            <a:ext cx="2480195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0A6134-D70A-2B12-CAED-15264F44F882}"/>
              </a:ext>
            </a:extLst>
          </p:cNvPr>
          <p:cNvSpPr/>
          <p:nvPr/>
        </p:nvSpPr>
        <p:spPr>
          <a:xfrm>
            <a:off x="4416556" y="6261377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Cancel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BFF998-9639-2F67-A213-AF1798DE04CB}"/>
              </a:ext>
            </a:extLst>
          </p:cNvPr>
          <p:cNvSpPr/>
          <p:nvPr/>
        </p:nvSpPr>
        <p:spPr>
          <a:xfrm>
            <a:off x="1606957" y="5176023"/>
            <a:ext cx="172779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4818BD-7812-45B8-C2F9-4551DC01DEC0}"/>
              </a:ext>
            </a:extLst>
          </p:cNvPr>
          <p:cNvSpPr/>
          <p:nvPr/>
        </p:nvSpPr>
        <p:spPr>
          <a:xfrm>
            <a:off x="-559392" y="5196020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Working Hours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7157BE-49C4-21B3-B52C-4D5BB9D2A72F}"/>
              </a:ext>
            </a:extLst>
          </p:cNvPr>
          <p:cNvSpPr/>
          <p:nvPr/>
        </p:nvSpPr>
        <p:spPr>
          <a:xfrm>
            <a:off x="4113207" y="3033926"/>
            <a:ext cx="248290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7DC3D8-0415-E12A-26A7-EAAD27693A41}"/>
              </a:ext>
            </a:extLst>
          </p:cNvPr>
          <p:cNvSpPr/>
          <p:nvPr/>
        </p:nvSpPr>
        <p:spPr>
          <a:xfrm>
            <a:off x="2232072" y="3037678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Software Engineering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EF4600-A680-AC98-96C2-1D2A73DC9B2C}"/>
              </a:ext>
            </a:extLst>
          </p:cNvPr>
          <p:cNvSpPr/>
          <p:nvPr/>
        </p:nvSpPr>
        <p:spPr>
          <a:xfrm>
            <a:off x="4122038" y="3788343"/>
            <a:ext cx="172779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D931B6-CC1D-1B5D-8525-A94B9778E2EE}"/>
              </a:ext>
            </a:extLst>
          </p:cNvPr>
          <p:cNvSpPr txBox="1"/>
          <p:nvPr/>
        </p:nvSpPr>
        <p:spPr>
          <a:xfrm>
            <a:off x="1537185" y="3850260"/>
            <a:ext cx="6283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Responsible MO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B493248-A752-5A09-7601-77DB82344353}"/>
              </a:ext>
            </a:extLst>
          </p:cNvPr>
          <p:cNvSpPr/>
          <p:nvPr/>
        </p:nvSpPr>
        <p:spPr>
          <a:xfrm>
            <a:off x="1648492" y="3732537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Dr. Smith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7637BB-429F-2CD5-54E9-D84C46CC48FB}"/>
              </a:ext>
            </a:extLst>
          </p:cNvPr>
          <p:cNvSpPr/>
          <p:nvPr/>
        </p:nvSpPr>
        <p:spPr>
          <a:xfrm>
            <a:off x="4122038" y="4605724"/>
            <a:ext cx="400103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B2C14A-E1E3-9EE0-BB7E-FF83922DB1C3}"/>
              </a:ext>
            </a:extLst>
          </p:cNvPr>
          <p:cNvSpPr/>
          <p:nvPr/>
        </p:nvSpPr>
        <p:spPr>
          <a:xfrm>
            <a:off x="3065755" y="4597573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Assist in tutorials, grade assignments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A1FAA-4CE1-C0E2-67CF-DE2A42B24132}"/>
              </a:ext>
            </a:extLst>
          </p:cNvPr>
          <p:cNvSpPr/>
          <p:nvPr/>
        </p:nvSpPr>
        <p:spPr>
          <a:xfrm>
            <a:off x="4113207" y="5231133"/>
            <a:ext cx="172779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2EF954-4801-9F13-D060-F1B702A6274E}"/>
              </a:ext>
            </a:extLst>
          </p:cNvPr>
          <p:cNvSpPr/>
          <p:nvPr/>
        </p:nvSpPr>
        <p:spPr>
          <a:xfrm>
            <a:off x="1648492" y="5185602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8 Hours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894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2C83A-ED74-9010-68CD-C367D6DC0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9EE01F3-78F2-BF79-E714-EF620E0580E2}"/>
              </a:ext>
            </a:extLst>
          </p:cNvPr>
          <p:cNvSpPr/>
          <p:nvPr/>
        </p:nvSpPr>
        <p:spPr>
          <a:xfrm>
            <a:off x="55007" y="868195"/>
            <a:ext cx="93346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/>
              <a:t>MO’s Published Positions Page</a:t>
            </a:r>
            <a:endParaRPr lang="zh-CN" alt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AC586D-6CF6-7A40-94A2-55DDC84C57D6}"/>
              </a:ext>
            </a:extLst>
          </p:cNvPr>
          <p:cNvSpPr/>
          <p:nvPr/>
        </p:nvSpPr>
        <p:spPr>
          <a:xfrm>
            <a:off x="1312412" y="2046535"/>
            <a:ext cx="312642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Search by Course Name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3BB171-0AE6-603E-FB86-0F659AC5E007}"/>
              </a:ext>
            </a:extLst>
          </p:cNvPr>
          <p:cNvSpPr/>
          <p:nvPr/>
        </p:nvSpPr>
        <p:spPr>
          <a:xfrm>
            <a:off x="4193219" y="2046535"/>
            <a:ext cx="395648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828169-BF5D-9189-7EED-B0E409BAD2F1}"/>
              </a:ext>
            </a:extLst>
          </p:cNvPr>
          <p:cNvSpPr/>
          <p:nvPr/>
        </p:nvSpPr>
        <p:spPr>
          <a:xfrm>
            <a:off x="9389614" y="1216669"/>
            <a:ext cx="1734105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B96385-438D-0DAF-1E2D-12345C00BB83}"/>
              </a:ext>
            </a:extLst>
          </p:cNvPr>
          <p:cNvSpPr/>
          <p:nvPr/>
        </p:nvSpPr>
        <p:spPr>
          <a:xfrm>
            <a:off x="8014312" y="1223781"/>
            <a:ext cx="461047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Logout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5C3141-6344-0B60-DD82-24B3A0284570}"/>
              </a:ext>
            </a:extLst>
          </p:cNvPr>
          <p:cNvSpPr/>
          <p:nvPr/>
        </p:nvSpPr>
        <p:spPr>
          <a:xfrm>
            <a:off x="1682317" y="3059668"/>
            <a:ext cx="8713433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797A1DE-6B2A-8573-D428-82C95582F937}"/>
              </a:ext>
            </a:extLst>
          </p:cNvPr>
          <p:cNvSpPr/>
          <p:nvPr/>
        </p:nvSpPr>
        <p:spPr>
          <a:xfrm>
            <a:off x="738410" y="3059668"/>
            <a:ext cx="408651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Course Name                 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DF9C5B-017A-4E17-8D10-EDCB0F87570B}"/>
              </a:ext>
            </a:extLst>
          </p:cNvPr>
          <p:cNvSpPr/>
          <p:nvPr/>
        </p:nvSpPr>
        <p:spPr>
          <a:xfrm>
            <a:off x="2144996" y="3050791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Requirements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89C8F92-F9BE-D726-3CBD-68850B27DBA6}"/>
              </a:ext>
            </a:extLst>
          </p:cNvPr>
          <p:cNvSpPr/>
          <p:nvPr/>
        </p:nvSpPr>
        <p:spPr>
          <a:xfrm>
            <a:off x="4732778" y="3041914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Deadline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183324-2935-3DF9-D84D-2182E931BDE2}"/>
              </a:ext>
            </a:extLst>
          </p:cNvPr>
          <p:cNvSpPr/>
          <p:nvPr/>
        </p:nvSpPr>
        <p:spPr>
          <a:xfrm>
            <a:off x="1682316" y="3952766"/>
            <a:ext cx="8713433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B1CFA04-1894-6C63-61A4-A6071D30683D}"/>
              </a:ext>
            </a:extLst>
          </p:cNvPr>
          <p:cNvSpPr/>
          <p:nvPr/>
        </p:nvSpPr>
        <p:spPr>
          <a:xfrm>
            <a:off x="-248577" y="3888135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Software Engineering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7C59373-388C-9C7D-9753-570B6AA5F823}"/>
              </a:ext>
            </a:extLst>
          </p:cNvPr>
          <p:cNvSpPr/>
          <p:nvPr/>
        </p:nvSpPr>
        <p:spPr>
          <a:xfrm>
            <a:off x="2373299" y="3939020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Python, Git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D4BA74-1873-D711-1F42-F2FEA341F516}"/>
              </a:ext>
            </a:extLst>
          </p:cNvPr>
          <p:cNvSpPr/>
          <p:nvPr/>
        </p:nvSpPr>
        <p:spPr>
          <a:xfrm>
            <a:off x="4984067" y="3939020"/>
            <a:ext cx="60604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2026-04-15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99294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6BA63-594E-A918-721F-4688CCC1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D84204A-B8AD-14A9-3FB5-A076A02E570C}"/>
              </a:ext>
            </a:extLst>
          </p:cNvPr>
          <p:cNvSpPr/>
          <p:nvPr/>
        </p:nvSpPr>
        <p:spPr>
          <a:xfrm>
            <a:off x="649522" y="781612"/>
            <a:ext cx="89803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/>
              <a:t>MO Application Review Page 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E16BA3-1672-5731-CB00-1E4F4BAA860D}"/>
              </a:ext>
            </a:extLst>
          </p:cNvPr>
          <p:cNvSpPr/>
          <p:nvPr/>
        </p:nvSpPr>
        <p:spPr>
          <a:xfrm>
            <a:off x="9371859" y="1119015"/>
            <a:ext cx="1316856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8024C9-190C-6EE3-7FA9-B33FAF8DCCF1}"/>
              </a:ext>
            </a:extLst>
          </p:cNvPr>
          <p:cNvSpPr/>
          <p:nvPr/>
        </p:nvSpPr>
        <p:spPr>
          <a:xfrm>
            <a:off x="8885067" y="1126127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LOGOUT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62A673-EB2E-B77B-A3E6-CADF64DA1578}"/>
              </a:ext>
            </a:extLst>
          </p:cNvPr>
          <p:cNvSpPr/>
          <p:nvPr/>
        </p:nvSpPr>
        <p:spPr>
          <a:xfrm>
            <a:off x="1774052" y="2354491"/>
            <a:ext cx="3241831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2D4FFA-94FB-CB9B-470E-8C150BA4F263}"/>
              </a:ext>
            </a:extLst>
          </p:cNvPr>
          <p:cNvSpPr/>
          <p:nvPr/>
        </p:nvSpPr>
        <p:spPr>
          <a:xfrm>
            <a:off x="2249747" y="2354491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Pending Applications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4F5E753-5005-5B8D-CDA1-7EE80843807E}"/>
              </a:ext>
            </a:extLst>
          </p:cNvPr>
          <p:cNvSpPr/>
          <p:nvPr/>
        </p:nvSpPr>
        <p:spPr>
          <a:xfrm>
            <a:off x="1774051" y="3316524"/>
            <a:ext cx="3241832" cy="2063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062A7C-D1D7-B9FF-1846-4E9B6E70D081}"/>
              </a:ext>
            </a:extLst>
          </p:cNvPr>
          <p:cNvSpPr/>
          <p:nvPr/>
        </p:nvSpPr>
        <p:spPr>
          <a:xfrm>
            <a:off x="2192041" y="3972628"/>
            <a:ext cx="28238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dirty="0"/>
              <a:t>ID:</a:t>
            </a:r>
            <a:r>
              <a:rPr lang="zh-CN" altLang="en-US" dirty="0"/>
              <a:t> </a:t>
            </a:r>
            <a:r>
              <a:rPr lang="en-US" altLang="zh-CN" dirty="0"/>
              <a:t>123456 </a:t>
            </a:r>
          </a:p>
          <a:p>
            <a:r>
              <a:rPr lang="en-US" altLang="zh-CN" dirty="0"/>
              <a:t>Position: TA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011CD7-89A4-2663-1F96-3B7A47219551}"/>
              </a:ext>
            </a:extLst>
          </p:cNvPr>
          <p:cNvSpPr/>
          <p:nvPr/>
        </p:nvSpPr>
        <p:spPr>
          <a:xfrm>
            <a:off x="5758649" y="3316524"/>
            <a:ext cx="3241832" cy="2063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B20365-1EB6-3489-12EC-C3E09EB6FC75}"/>
              </a:ext>
            </a:extLst>
          </p:cNvPr>
          <p:cNvSpPr/>
          <p:nvPr/>
        </p:nvSpPr>
        <p:spPr>
          <a:xfrm>
            <a:off x="1774052" y="5596125"/>
            <a:ext cx="145482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073AFE0-03EF-9F83-845A-A7E99FC28164}"/>
              </a:ext>
            </a:extLst>
          </p:cNvPr>
          <p:cNvSpPr/>
          <p:nvPr/>
        </p:nvSpPr>
        <p:spPr>
          <a:xfrm>
            <a:off x="5758649" y="5642291"/>
            <a:ext cx="152361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060145-0FCE-E94B-73A6-8B798CF7C89B}"/>
              </a:ext>
            </a:extLst>
          </p:cNvPr>
          <p:cNvSpPr/>
          <p:nvPr/>
        </p:nvSpPr>
        <p:spPr>
          <a:xfrm>
            <a:off x="1089541" y="5589013"/>
            <a:ext cx="282384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Approve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0EA860-A96C-5AFE-E4DD-DC4A8B9A498D}"/>
              </a:ext>
            </a:extLst>
          </p:cNvPr>
          <p:cNvSpPr/>
          <p:nvPr/>
        </p:nvSpPr>
        <p:spPr>
          <a:xfrm>
            <a:off x="6255054" y="4025030"/>
            <a:ext cx="28238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dirty="0"/>
              <a:t>ID:</a:t>
            </a:r>
            <a:r>
              <a:rPr lang="zh-CN" altLang="en-US" dirty="0"/>
              <a:t> </a:t>
            </a:r>
            <a:r>
              <a:rPr lang="en-US" altLang="zh-CN" dirty="0"/>
              <a:t>654321 </a:t>
            </a:r>
          </a:p>
          <a:p>
            <a:r>
              <a:rPr lang="en-US" altLang="zh-CN" dirty="0"/>
              <a:t>Position: TA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C73AFD-DBB1-8532-1A17-0E5642635B18}"/>
              </a:ext>
            </a:extLst>
          </p:cNvPr>
          <p:cNvSpPr/>
          <p:nvPr/>
        </p:nvSpPr>
        <p:spPr>
          <a:xfrm>
            <a:off x="3489106" y="5596125"/>
            <a:ext cx="156507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7BD750-A423-CAA5-2CED-DAAF66A306EA}"/>
              </a:ext>
            </a:extLst>
          </p:cNvPr>
          <p:cNvSpPr/>
          <p:nvPr/>
        </p:nvSpPr>
        <p:spPr>
          <a:xfrm>
            <a:off x="7435410" y="5641954"/>
            <a:ext cx="156507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FE2F92-2587-CD7B-D9C0-B559401FA03E}"/>
              </a:ext>
            </a:extLst>
          </p:cNvPr>
          <p:cNvSpPr/>
          <p:nvPr/>
        </p:nvSpPr>
        <p:spPr>
          <a:xfrm>
            <a:off x="2781657" y="5575656"/>
            <a:ext cx="282384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Reject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A3EE1C-6F3E-D40D-DB49-8F98C0AA88A8}"/>
              </a:ext>
            </a:extLst>
          </p:cNvPr>
          <p:cNvSpPr/>
          <p:nvPr/>
        </p:nvSpPr>
        <p:spPr>
          <a:xfrm>
            <a:off x="5174582" y="5628058"/>
            <a:ext cx="282384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Approve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26A48-AED7-6A1A-ECF9-B1986A72658A}"/>
              </a:ext>
            </a:extLst>
          </p:cNvPr>
          <p:cNvSpPr/>
          <p:nvPr/>
        </p:nvSpPr>
        <p:spPr>
          <a:xfrm>
            <a:off x="6806024" y="5641954"/>
            <a:ext cx="282384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Reject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93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FAC0-5A7A-AA23-B506-C54654F5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759F0F8-26AD-B5BE-5507-43B4CD2C765F}"/>
              </a:ext>
            </a:extLst>
          </p:cNvPr>
          <p:cNvSpPr/>
          <p:nvPr/>
        </p:nvSpPr>
        <p:spPr>
          <a:xfrm>
            <a:off x="2922341" y="845572"/>
            <a:ext cx="5779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/>
              <a:t>Admin Dashboard 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0CF358-D040-C8E7-6139-A8769477D864}"/>
              </a:ext>
            </a:extLst>
          </p:cNvPr>
          <p:cNvSpPr/>
          <p:nvPr/>
        </p:nvSpPr>
        <p:spPr>
          <a:xfrm>
            <a:off x="9371859" y="1119015"/>
            <a:ext cx="1316856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F47968-7C6A-89A3-C9ED-8318E1E94A90}"/>
              </a:ext>
            </a:extLst>
          </p:cNvPr>
          <p:cNvSpPr/>
          <p:nvPr/>
        </p:nvSpPr>
        <p:spPr>
          <a:xfrm>
            <a:off x="8885067" y="1126127"/>
            <a:ext cx="229044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LOGOUT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09E27E-16BC-F1AB-6413-CCE7272DD993}"/>
              </a:ext>
            </a:extLst>
          </p:cNvPr>
          <p:cNvSpPr/>
          <p:nvPr/>
        </p:nvSpPr>
        <p:spPr>
          <a:xfrm>
            <a:off x="1774052" y="2354491"/>
            <a:ext cx="3241831" cy="3764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BF9242-ECCD-BCA0-25DE-6C726A7AE271}"/>
              </a:ext>
            </a:extLst>
          </p:cNvPr>
          <p:cNvSpPr/>
          <p:nvPr/>
        </p:nvSpPr>
        <p:spPr>
          <a:xfrm>
            <a:off x="2077185" y="2361746"/>
            <a:ext cx="282384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/>
              <a:t>TA Workload Overview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85F66B-BA21-0DB8-46FF-65C13C1098EB}"/>
              </a:ext>
            </a:extLst>
          </p:cNvPr>
          <p:cNvSpPr/>
          <p:nvPr/>
        </p:nvSpPr>
        <p:spPr>
          <a:xfrm>
            <a:off x="1774051" y="3316524"/>
            <a:ext cx="3241832" cy="2063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8C9CF7-1F24-CAB0-39A6-DD4CB1975A70}"/>
              </a:ext>
            </a:extLst>
          </p:cNvPr>
          <p:cNvSpPr/>
          <p:nvPr/>
        </p:nvSpPr>
        <p:spPr>
          <a:xfrm>
            <a:off x="2192041" y="3972628"/>
            <a:ext cx="282384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dirty="0"/>
              <a:t>ID:</a:t>
            </a:r>
            <a:r>
              <a:rPr lang="zh-CN" altLang="en-US" dirty="0"/>
              <a:t> </a:t>
            </a:r>
            <a:r>
              <a:rPr lang="en-US" altLang="zh-CN" dirty="0"/>
              <a:t>123456 </a:t>
            </a:r>
          </a:p>
          <a:p>
            <a:r>
              <a:rPr lang="en-US" altLang="zh-CN" dirty="0"/>
              <a:t>Course: EBU6304</a:t>
            </a:r>
          </a:p>
          <a:p>
            <a:r>
              <a:rPr lang="en-US" altLang="zh-CN" dirty="0"/>
              <a:t>Total Hours: 12h 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AE17B4-9DF3-6EAE-C603-87CB6C57443B}"/>
              </a:ext>
            </a:extLst>
          </p:cNvPr>
          <p:cNvSpPr/>
          <p:nvPr/>
        </p:nvSpPr>
        <p:spPr>
          <a:xfrm>
            <a:off x="5758649" y="3316524"/>
            <a:ext cx="3241832" cy="2063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A1DA54-811A-E5C2-CD0D-4254507D3A2A}"/>
              </a:ext>
            </a:extLst>
          </p:cNvPr>
          <p:cNvSpPr/>
          <p:nvPr/>
        </p:nvSpPr>
        <p:spPr>
          <a:xfrm>
            <a:off x="6255054" y="4025030"/>
            <a:ext cx="2823842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dirty="0"/>
              <a:t>ID:</a:t>
            </a:r>
            <a:r>
              <a:rPr lang="zh-CN" altLang="en-US" dirty="0"/>
              <a:t> </a:t>
            </a:r>
            <a:r>
              <a:rPr lang="en-US" altLang="zh-CN" dirty="0"/>
              <a:t>654321 </a:t>
            </a:r>
          </a:p>
          <a:p>
            <a:r>
              <a:rPr lang="en-US" altLang="zh-CN" dirty="0"/>
              <a:t>Course: EBU3604</a:t>
            </a:r>
          </a:p>
          <a:p>
            <a:r>
              <a:rPr lang="en-US" altLang="zh-CN" dirty="0"/>
              <a:t>Total Hours: 8h 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6903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228</Words>
  <Application>Microsoft Office PowerPoint</Application>
  <PresentationFormat>宽屏</PresentationFormat>
  <Paragraphs>94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立 林</dc:creator>
  <cp:lastModifiedBy>立 林</cp:lastModifiedBy>
  <cp:revision>6</cp:revision>
  <dcterms:created xsi:type="dcterms:W3CDTF">2026-03-22T07:51:21Z</dcterms:created>
  <dcterms:modified xsi:type="dcterms:W3CDTF">2026-03-22T08:56:59Z</dcterms:modified>
</cp:coreProperties>
</file>